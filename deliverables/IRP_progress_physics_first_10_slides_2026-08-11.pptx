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Mars Tidal Encounters: Physics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IRP refactor | 10 slides | August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02033"/>
                </a:solidFill>
              </a:rPr>
              <a:t>Main question: when do close asteroid flybys leave Mars-bound debris?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2033"/>
                </a:solidFill>
              </a:rPr>
              <a:t>This version leads with SPH-supported physical findings.</a:t>
            </a:r>
            <a:br/>
            <a:r>
              <a:t>ML is used only as an in-domain screening layer.</a:t>
            </a:r>
          </a:p>
        </p:txBody>
      </p:sp>
      <p:pic>
        <p:nvPicPr>
          <p:cNvPr id="6" name="Picture 5" descr="tidal_disruptio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59436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Four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Physics findings first. Screening logic second.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35607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1. Closer and slower encounters retain more bound mass.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32887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2. Mass, velocity, and periapsis interact rather than acting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39"/>
            <a:ext cx="1069848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301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3. Spin can strongly change BMF in some matched regimes.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2744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4. The surrogate is trusted only where local SPH support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Archive used here: 279 unique physical SPH runs after removing repeated FoF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Closer passes keep more bound mass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Controlled SPH slice: fixed mass, multiple velocities.</a:t>
            </a:r>
          </a:p>
        </p:txBody>
      </p:sp>
      <p:pic>
        <p:nvPicPr>
          <p:cNvPr id="4" name="Picture 3" descr="bmf_vs_periapsis_supp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Faster flybys suppress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Controlled SPH slice: fixed mass, multiple periapses.</a:t>
            </a:r>
          </a:p>
        </p:txBody>
      </p:sp>
      <p:pic>
        <p:nvPicPr>
          <p:cNvPr id="4" name="Picture 3" descr="bmf_vs_velocity_supp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The three-way interaction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Actual SPH means only. Grey cells were never simulated.</a:t>
            </a:r>
          </a:p>
        </p:txBody>
      </p:sp>
      <p:pic>
        <p:nvPicPr>
          <p:cNvPr id="4" name="Picture 3" descr="bmf_interaction_mass_velocity_periap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Spin can flip 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Matched family: same mass, same periapsis, same speed.</a:t>
            </a:r>
          </a:p>
        </p:txBody>
      </p:sp>
      <p:pic>
        <p:nvPicPr>
          <p:cNvPr id="4" name="Picture 3" descr="spin_match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Trust depends on local SPH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Blue = unique physical SPH count. Grey = no support.</a:t>
            </a:r>
          </a:p>
        </p:txBody>
      </p:sp>
      <p:pic>
        <p:nvPicPr>
          <p:cNvPr id="4" name="Picture 3" descr="coverage_simpl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A concrete failure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Mass 10^19.5 kg looks in-range globally but fails locally.</a:t>
            </a:r>
          </a:p>
        </p:txBody>
      </p:sp>
      <p:pic>
        <p:nvPicPr>
          <p:cNvPr id="4" name="Picture 3" descr="failure_cas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How the screening tool should be presented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Inputs, outputs, and wording aligned to the physics-first story.</a:t>
            </a:r>
          </a:p>
        </p:txBody>
      </p:sp>
      <p:pic>
        <p:nvPicPr>
          <p:cNvPr id="4" name="Picture 3" descr="screening_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455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D7887"/>
                </a:solidFill>
              </a:rPr>
              <a:t>What should carry into the spoken summary.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Closer and slower flybys are the clearest route to higher BMF.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Mass lifts retention, but only together with favourable periapsis and velocity.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Spin is not a small correction everywhere; some matched SPH families change sharply with spin.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5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02033"/>
                </a:solidFill>
              </a:rPr>
              <a:t>Use ML for screening, not replacement. Sparse or weakly supported regions still need SPH.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D7887"/>
                </a:solidFill>
              </a:rPr>
              <a:t>Immediate SPH priority: fill the sparse mass 10^19.5 kg region and other grey cells before widening surrogate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D7887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